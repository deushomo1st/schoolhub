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35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Management Software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Primitives: The Design Vocabulary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Configurable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0" y="2103120"/>
            <a:ext cx="365760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377440"/>
            <a:ext cx="640080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NIIT — MMS (Software Engineering)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3282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6667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4050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Sirakoro St, Wuse 2, Abuja, FCT, Nigeria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0584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r>
              <a:rPr lang="en-US" sz="17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university’s section, a bootcamp’s batch, and a primary school’s class are the same entity wearing different labels.</a:t>
            </a:r>
            <a:r>
              <a:rPr lang="en-US" sz="32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79476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834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the Abstraction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entity, one table, one set of business logic. Never duplicate code for each institution type. The underlying concept stays the same regardless of what it is called.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2743200"/>
            <a:ext cx="379476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834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the Label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3246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name, rules, and behaviour come from the tenant’s template. Changing “Class” to “Section” is a configuration change, not a code change.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Fourteen Universal Concepts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73075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#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Concept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Definition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Common Labels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/ Party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human in the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student, teacher, guardian,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person does (relationship, not a type)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learner, tutor, registrar, bursar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 Unit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container, recursive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institution, campus, department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 /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item being taught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course, subject, module, track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/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learners are bundled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class, section, batch, 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link binding Person to Offering/Cohort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admission, registration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/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time-bound teaching 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lesson, lecture, lab, workshop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/ Calendar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time skeleton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term, semester, academic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measurement of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exam, test, quiz, 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/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output of an 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grade, score, transcript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completion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certificate, diploma, degree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 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for advancing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prerequisite, promotion, pass 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or virtual item consumed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room, lab, equipment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flows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tuition, fee, invoice, scholarship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and Roles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 / Party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human in the system. Represented by a single table, not separate tables for each persona. One person can hold multiple roles across multiple institutions.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relationship, not a type. One person can simultaneously be a teacher, a parent, and a student. The professional approach uses a join table rather than separate entity tables.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SchoolHub uses platform.app_user as the single user table. Roles are assigned per-tenant through platform.role_assignment. A PhD student who teaches undergraduates holds two role assignments, not two user accounts.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Structure: Org Units and Offerings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 Unit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structural container. Institution to Campus to Faculty to Department. Unlimited depth with freeform type labels stored as data, not constrained by database enums.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Offering / Program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being taught. Also recursive: Program contains Course contains Module. Can be cross-listed to multiple organizational units via a link table.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org_unit uses a self-referential parent_id for unlimited nesting. offering mirrors this pattern. offering_org_unit enables cross-listing so one course can belong to multiple departments. Together they answer: who teaches what, and where?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Cohorts and Enrollment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/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learners are bundled. Recreated every schedule period. Continuity across periods is tracked through enrollment history, not by persisting cohort rows.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hub of the system. Not a field on a student record but its own entity. Carries dates, status, results, and fees. Attendance, grading, and billing all depend on 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binds a student to a cohort, offering, or group for one schedule_period. The status lifecycle includes active, transferred_out, withdrawn, graduated, and repeating. The legacy student.class_id field is transitional and will be removed once all read paths migrate.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 Sessions and Schedules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/ Event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time-bound teaching act. Types include lesson, exam, seminar, and lab. Carries start and end times, resource booking, recurrence rules, and per-session attendance records.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/ Calendar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skeleton of the institution. Self-referential: a Term nests under a Year. This is the axis that most frequently causes system failure when designed too rigidly.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schedule_period uses self-referential nesting for terms within academic years. session books resources, targets a cohort_offering, and supports recurrence rules. The system is scoped to term-based K-12 schools and vocational institutes to keep time model complexity manageable.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and Records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measurement of learning. Carries a publish gate so teachers can enter scores privately before releasing them. Supports weighting for composite scoring across multiple assessments.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/ Result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an assessment. One row per student per assessment. Transcripts are generated on demand from live result rows rather than stored as frozen snapshots.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uses a publish flag to control visibility to students. result rows are unique per assessment-student pair and carry resit flags and penalty deductions. Transcripts are live queries, so corrected scores propagate instantly to every view.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 and Progression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 issued by the institution. Can be auto-generated when a progression rule is satisfied, or issued manually. Revocation requires moderator approval through the workflow system.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Progression Rule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for determining advancement. Rule types include attendance minimums, prerequisite completion, and manual score thresholds. Results are evaluated once per enrollment and stored to prevent re-evaluation.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progression_rule defines the criteria; progression_result stores the outcome per rule-enrollment pair. A rule can carry an auto_issue_credential title to automatically mint a certificate upon passing. Together they close the loop from enrollment to graduation.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and Finance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physical or virtual item consumed during instruction. Rooms, laboratories, and equipment. Self-referential so equipment can be nested under a room. Supports capacity limits and staff-only restrictions.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794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money flows within the institution. Invoices, payments, waivers, and scholarships. Supports draft-then-approve workflows for staff-submitted charges and online payment gateway integration.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and resource_permit manage rooms and equipment bookings for sessions. fee_invoice supports fan-out to classes or individual students, with categories for fees, books, participation, and other charges. Payment processing uses an adapter pattern: Stripe integration is currently being integrated to replace the simulated Paystack adapter.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Primitives That Determine Success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33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Incorrect: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tables for Student and Teacher</a:t>
            </a: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Correct: </a:t>
            </a: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table with Role as a join relationship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PhD student who teaches undergraduates must not be a schema contradiction. Getting this wrong requires a system rebuild at the first edge case.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Incorrect: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class_id column on the Student row</a:t>
            </a: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Correct: </a:t>
            </a: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as an independent entity with full lifecycle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grading, billing, and progression all depend on Enrollment, not on Student. Nearly every significant feature touches this table.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410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Incorrect: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hardcoded Term or Semester model</a:t>
            </a: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Correct: </a:t>
            </a: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Self-referential schedule_period with configurable nesting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40233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semesters, bootcamp rolling intakes, and Montessori continuous cycles require fundamentally different time models. This project is scoped to K-12 term-based institutions.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and Boundaries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92608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form the vocabulary.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2608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connecting them determine the cost.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688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system supporting every institution type is a career, not a capstone project.</a:t>
            </a: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rules connecting these primitives multiply combinatorially across institution types. A university requires prerequisite chains with credit-hour validation; a bootcamp needs rolling intakes with overlapping cohorts; a Montessori school uses continuous observation with no fixed terms. Each demands fundamentally different business logic around the same fourteen tables.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private schools and vocational institutes. This is specific, buildable within the project timeframe, and defensible under academic examination. The schema supports deeper nesting for future extension.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Status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52261"/>
              </p:ext>
            </p:extLst>
          </p:nvPr>
        </p:nvGraphicFramePr>
        <p:xfrm>
          <a:off x="548640" y="914400"/>
          <a:ext cx="8046720" cy="3913632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Status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and Authorization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Schema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People, Roles, and Permissions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 Units and Offerings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Cohorts, Groups, and Enrollment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Sessions, Schedule Periods, and Calendar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and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and Progression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and Room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Financial: Invoices, Payments, Scholarships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Management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and Workflow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Payment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Template-specific School Seeding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Password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05156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601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learning institution can be described with fourteen universal concepts. The differences are in the labels and the rules, not in the underlying data structures.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54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primitives that determine whether a system is genuinely configurable are Role, Enrollment, and Schedule. These must be modelled as relationships and self-referential structures, not as fixed entities.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488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 is essential. Supporting K-12 private schools and vocational institutes is achievable and defensible. Attempting to support every institution type simultaneously leads to combinatorial complexity that exceeds the scope of a single project.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432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SchoolHub implementation demonstrates all fourteen primitives in working code, with twelve of fifteen planned features complete. Stripe payment integration is currently in progress.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736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Edidiong Emmanuel Samuel  |  NIIT — MMS (Software Engineering)  |  2025/2026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4736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1858</Words>
  <Application>Microsoft Office PowerPoint</Application>
  <PresentationFormat>On-screen Show (16:9)</PresentationFormat>
  <Paragraphs>243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Software — Universal Primitives</dc:title>
  <dc:subject>PptxGenJS Presentation</dc:subject>
  <dc:creator>Edidiong Emmanuel Samuel</dc:creator>
  <cp:lastModifiedBy>Deus</cp:lastModifiedBy>
  <cp:revision>2</cp:revision>
  <dcterms:created xsi:type="dcterms:W3CDTF">2026-07-17T04:32:25Z</dcterms:created>
  <dcterms:modified xsi:type="dcterms:W3CDTF">2026-07-17T05:05:11Z</dcterms:modified>
</cp:coreProperties>
</file>